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Salvage" initials="JS" lastIdx="1" clrIdx="0">
    <p:extLst>
      <p:ext uri="{19B8F6BF-5375-455C-9EA6-DF929625EA0E}">
        <p15:presenceInfo xmlns:p15="http://schemas.microsoft.com/office/powerpoint/2012/main" userId="900c752a893cf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A3F09-8398-4B0E-AA13-E63AE27247FE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54C30-F989-4FEC-B6CA-43B070CD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6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11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37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2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42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3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8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5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1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9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1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slide" Target="slide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slide" Target="slide3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7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4A83CCC-B663-4CA9-8614-CB9F6294A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218" y="0"/>
            <a:ext cx="2103782" cy="2103782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1407380"/>
          </a:xfrm>
          <a:prstGeom prst="wedgeRoundRectCallout">
            <a:avLst>
              <a:gd name="adj1" fmla="val 88705"/>
              <a:gd name="adj2" fmla="val -603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Should Questions be a single class or multiple classes, with specific classes for each type of question (i.e. short answer, true / false, essay, multiple choice, matching, and ranking)?</a:t>
            </a:r>
          </a:p>
        </p:txBody>
      </p:sp>
      <p:sp>
        <p:nvSpPr>
          <p:cNvPr id="7" name="Rectangle: Rounded Corners 6">
            <a:hlinkClick r:id="rId5" action="ppaction://hlinksldjump"/>
            <a:extLst>
              <a:ext uri="{FF2B5EF4-FFF2-40B4-BE49-F238E27FC236}">
                <a16:creationId xmlns:a16="http://schemas.microsoft.com/office/drawing/2014/main" id="{D5C4D414-7596-4725-BD30-A6EB989D9892}"/>
              </a:ext>
            </a:extLst>
          </p:cNvPr>
          <p:cNvSpPr/>
          <p:nvPr/>
        </p:nvSpPr>
        <p:spPr>
          <a:xfrm>
            <a:off x="2894274" y="3429000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class to handle all questions.</a:t>
            </a:r>
          </a:p>
        </p:txBody>
      </p:sp>
      <p:sp>
        <p:nvSpPr>
          <p:cNvPr id="13" name="Rectangle: Rounded Corners 12">
            <a:hlinkClick r:id="rId6" action="ppaction://hlinksldjump"/>
            <a:extLst>
              <a:ext uri="{FF2B5EF4-FFF2-40B4-BE49-F238E27FC236}">
                <a16:creationId xmlns:a16="http://schemas.microsoft.com/office/drawing/2014/main" id="{F108D398-0F05-4F68-B893-C937B97A1AB9}"/>
              </a:ext>
            </a:extLst>
          </p:cNvPr>
          <p:cNvSpPr/>
          <p:nvPr/>
        </p:nvSpPr>
        <p:spPr>
          <a:xfrm>
            <a:off x="2894273" y="475421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than one class to handle the different types of questions.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641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09EF22-4E8E-46C9-83BD-4DB94D212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050" y="0"/>
            <a:ext cx="3273950" cy="1717482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1407380"/>
          </a:xfrm>
          <a:prstGeom prst="wedgeRoundRectCallout">
            <a:avLst>
              <a:gd name="adj1" fmla="val 88705"/>
              <a:gd name="adj2" fmla="val -603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Having all the questions combined in one class creates undue coupling and makes the design difficult to maintain.</a:t>
            </a:r>
          </a:p>
          <a:p>
            <a:pPr algn="ctr"/>
            <a:r>
              <a:rPr lang="en-US" dirty="0"/>
              <a:t>What happens when a new question class is added?</a:t>
            </a:r>
          </a:p>
          <a:p>
            <a:pPr algn="ctr"/>
            <a:r>
              <a:rPr lang="en-US" dirty="0"/>
              <a:t>What happens if all the question classes aren’t needed?</a:t>
            </a:r>
          </a:p>
        </p:txBody>
      </p:sp>
      <p:sp>
        <p:nvSpPr>
          <p:cNvPr id="13" name="Rectangle: Rounded Corners 12">
            <a:hlinkClick r:id="rId5" action="ppaction://hlinksldjump"/>
            <a:extLst>
              <a:ext uri="{FF2B5EF4-FFF2-40B4-BE49-F238E27FC236}">
                <a16:creationId xmlns:a16="http://schemas.microsoft.com/office/drawing/2014/main" id="{F108D398-0F05-4F68-B893-C937B97A1AB9}"/>
              </a:ext>
            </a:extLst>
          </p:cNvPr>
          <p:cNvSpPr/>
          <p:nvPr/>
        </p:nvSpPr>
        <p:spPr>
          <a:xfrm>
            <a:off x="6126478" y="529225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the previous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332DB0EE-5087-FF48-935E-ED0CC5C2F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05" y="2972783"/>
            <a:ext cx="3185767" cy="31595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431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060909B-9F45-452C-B9F5-657444021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958" y="0"/>
            <a:ext cx="2308041" cy="1494845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1407380"/>
          </a:xfrm>
          <a:prstGeom prst="wedgeRoundRectCallout">
            <a:avLst>
              <a:gd name="adj1" fmla="val 87271"/>
              <a:gd name="adj2" fmla="val -807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design using multiple question classes is better?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03CED7F-98AE-6642-B28D-3C19F35BF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3" y="2743835"/>
            <a:ext cx="5862687" cy="2818093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F1BAC82-E4BE-E34B-B293-86D703B3F6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544" y="2743835"/>
            <a:ext cx="5902455" cy="34226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104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9AC2742-D11E-40A7-9A91-051916AFE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81442"/>
              </p:ext>
            </p:extLst>
          </p:nvPr>
        </p:nvGraphicFramePr>
        <p:xfrm>
          <a:off x="9479022" y="0"/>
          <a:ext cx="2712978" cy="235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20440" imgH="4622040" progId="">
                  <p:embed/>
                </p:oleObj>
              </mc:Choice>
              <mc:Fallback>
                <p:oleObj r:id="rId4" imgW="5320440" imgH="46220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79022" y="0"/>
                        <a:ext cx="2712978" cy="235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35173" y="302150"/>
            <a:ext cx="9179781" cy="1407380"/>
          </a:xfrm>
          <a:prstGeom prst="wedgeRoundRectCallout">
            <a:avLst>
              <a:gd name="adj1" fmla="val 57942"/>
              <a:gd name="adj2" fmla="val -510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having multiple questions classes is better than a single question class, not having any of the subclasses of the Question class inherit from each other doesn’t allow for maximum reuse.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sp>
        <p:nvSpPr>
          <p:cNvPr id="7" name="Rectangle: Rounded Corners 6">
            <a:hlinkClick r:id="rId6" action="ppaction://hlinksldjump"/>
            <a:extLst>
              <a:ext uri="{FF2B5EF4-FFF2-40B4-BE49-F238E27FC236}">
                <a16:creationId xmlns:a16="http://schemas.microsoft.com/office/drawing/2014/main" id="{2EC7F86C-0B5D-46AA-8BB8-75DBA582273A}"/>
              </a:ext>
            </a:extLst>
          </p:cNvPr>
          <p:cNvSpPr/>
          <p:nvPr/>
        </p:nvSpPr>
        <p:spPr>
          <a:xfrm>
            <a:off x="6126478" y="541921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the previous question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0FBC429-E78D-1A40-8F76-2FDA902E6B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260" y="2310071"/>
            <a:ext cx="6385479" cy="30693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514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C9669-DF1A-416D-910F-6A3F4F622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350" y="0"/>
            <a:ext cx="2288650" cy="1408400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1407380"/>
          </a:xfrm>
          <a:prstGeom prst="wedgeRoundRectCallout">
            <a:avLst>
              <a:gd name="adj1" fmla="val 87271"/>
              <a:gd name="adj2" fmla="val -807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Success, there </a:t>
            </a:r>
            <a:r>
              <a:rPr lang="en-US" dirty="0"/>
              <a:t>are many ways question classes can be arranged. </a:t>
            </a:r>
          </a:p>
          <a:p>
            <a:pPr algn="ctr"/>
            <a:r>
              <a:rPr lang="en-US" dirty="0"/>
              <a:t>This is merely one of them.</a:t>
            </a:r>
          </a:p>
          <a:p>
            <a:pPr algn="ctr"/>
            <a:r>
              <a:rPr lang="en-US" dirty="0"/>
              <a:t>There should be some reuse from one question class to another.</a:t>
            </a:r>
          </a:p>
          <a:p>
            <a:pPr algn="ctr"/>
            <a:r>
              <a:rPr lang="en-US" dirty="0"/>
              <a:t>It’s certainly debatable what the best mix is.</a:t>
            </a:r>
          </a:p>
          <a:p>
            <a:pPr algn="ctr"/>
            <a:r>
              <a:rPr lang="en-US" dirty="0"/>
              <a:t>There can even be other abstract classes added to the design.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223425F-1539-264A-B2CC-A8E373C49D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053" y="2244457"/>
            <a:ext cx="6821894" cy="39557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368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8D104C9-F40B-44CD-BE13-0FC88219041D}"/>
  <p:tag name="ISPRING_RESOURCE_FOLDER" val="C:\Users\Owner\Documents\Drexel\CS350\ACR\CS 350 – Practice Design - AlarmClockRadio\"/>
  <p:tag name="ISPRING_PRESENTATION_PATH" val="C:\Users\Owner\Documents\Drexel\CS350\ACR\CS 350 – Practice Design - AlarmClockRadio.pptx"/>
  <p:tag name="ISPRING_PROJECT_VERSION" val="9"/>
  <p:tag name="ISPRING_PROJECT_FOLDER_UPDATED" val="1"/>
  <p:tag name="ISPRING_SCREEN_RECS_UPDATED" val="C:\Users\Owner\Documents\Drexel\CS350\ACR\CS 350 – Practice Design - AlarmClockRadio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484</TotalTime>
  <Words>247</Words>
  <Application>Microsoft Macintosh PowerPoint</Application>
  <PresentationFormat>Widescreen</PresentationFormat>
  <Paragraphs>25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350 – Practice Design</dc:title>
  <dc:creator>Jeff Salvage</dc:creator>
  <cp:lastModifiedBy>Medlock,Adelaida</cp:lastModifiedBy>
  <cp:revision>42</cp:revision>
  <dcterms:created xsi:type="dcterms:W3CDTF">2018-08-04T13:14:09Z</dcterms:created>
  <dcterms:modified xsi:type="dcterms:W3CDTF">2025-07-09T17:04:30Z</dcterms:modified>
</cp:coreProperties>
</file>