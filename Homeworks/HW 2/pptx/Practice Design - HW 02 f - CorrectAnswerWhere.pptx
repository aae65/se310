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8" r:id="rId2"/>
    <p:sldId id="259" r:id="rId3"/>
    <p:sldId id="260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Salvage" initials="JS" lastIdx="1" clrIdx="0">
    <p:extLst>
      <p:ext uri="{19B8F6BF-5375-455C-9EA6-DF929625EA0E}">
        <p15:presenceInfo xmlns:p15="http://schemas.microsoft.com/office/powerpoint/2012/main" userId="900c752a893cf57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9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A3F09-8398-4B0E-AA13-E63AE27247FE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54C30-F989-4FEC-B6CA-43B070CD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61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11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45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54C30-F989-4FEC-B6CA-43B070CD7F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9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7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8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4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8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6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57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2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3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742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01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108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80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94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22B4AE43-45C1-46EA-8D3D-B65865A3F8DC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5CE47-3F2A-4EAA-BBB5-9004EBC16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114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slide" Target="slide3.xml"/><Relationship Id="rId5" Type="http://schemas.openxmlformats.org/officeDocument/2006/relationships/slide" Target="slide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slide" Target="slide1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monty python grail graham chapman">
            <a:extLst>
              <a:ext uri="{FF2B5EF4-FFF2-40B4-BE49-F238E27FC236}">
                <a16:creationId xmlns:a16="http://schemas.microsoft.com/office/drawing/2014/main" id="{CC1FBFC5-1A7B-4242-A0B6-2532FD725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4627" y="0"/>
            <a:ext cx="3917373" cy="216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514723" y="548640"/>
            <a:ext cx="6376947" cy="1407380"/>
          </a:xfrm>
          <a:prstGeom prst="wedgeRoundRectCallout">
            <a:avLst>
              <a:gd name="adj1" fmla="val 87325"/>
              <a:gd name="adj2" fmla="val -589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 design decision that can baffle the mind is where should the correct answer go?</a:t>
            </a:r>
          </a:p>
        </p:txBody>
      </p:sp>
      <p:sp>
        <p:nvSpPr>
          <p:cNvPr id="7" name="Rectangle: Rounded Corners 6">
            <a:hlinkClick r:id="rId5" action="ppaction://hlinksldjump"/>
            <a:extLst>
              <a:ext uri="{FF2B5EF4-FFF2-40B4-BE49-F238E27FC236}">
                <a16:creationId xmlns:a16="http://schemas.microsoft.com/office/drawing/2014/main" id="{D5C4D414-7596-4725-BD30-A6EB989D9892}"/>
              </a:ext>
            </a:extLst>
          </p:cNvPr>
          <p:cNvSpPr/>
          <p:nvPr/>
        </p:nvSpPr>
        <p:spPr>
          <a:xfrm>
            <a:off x="2894274" y="3429000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a correct answer in each specific question class, </a:t>
            </a:r>
            <a:r>
              <a:rPr lang="en-US" dirty="0" err="1"/>
              <a:t>ie</a:t>
            </a:r>
            <a:r>
              <a:rPr lang="en-US" dirty="0"/>
              <a:t>. </a:t>
            </a:r>
            <a:r>
              <a:rPr lang="en-US" dirty="0" err="1"/>
              <a:t>TrueFalse</a:t>
            </a:r>
            <a:r>
              <a:rPr lang="en-US" dirty="0"/>
              <a:t>, </a:t>
            </a:r>
            <a:r>
              <a:rPr lang="en-US" dirty="0" err="1"/>
              <a:t>ShortAnswer</a:t>
            </a:r>
            <a:r>
              <a:rPr lang="en-US" dirty="0"/>
              <a:t>, </a:t>
            </a:r>
            <a:r>
              <a:rPr lang="en-US" dirty="0" err="1"/>
              <a:t>MultipleChoice</a:t>
            </a:r>
            <a:r>
              <a:rPr lang="en-US" dirty="0"/>
              <a:t>…</a:t>
            </a:r>
          </a:p>
        </p:txBody>
      </p:sp>
      <p:sp>
        <p:nvSpPr>
          <p:cNvPr id="13" name="Rectangle: Rounded Corners 12">
            <a:hlinkClick r:id="rId6" action="ppaction://hlinksldjump"/>
            <a:extLst>
              <a:ext uri="{FF2B5EF4-FFF2-40B4-BE49-F238E27FC236}">
                <a16:creationId xmlns:a16="http://schemas.microsoft.com/office/drawing/2014/main" id="{F108D398-0F05-4F68-B893-C937B97A1AB9}"/>
              </a:ext>
            </a:extLst>
          </p:cNvPr>
          <p:cNvSpPr/>
          <p:nvPr/>
        </p:nvSpPr>
        <p:spPr>
          <a:xfrm>
            <a:off x="2894273" y="4754218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Have all correct answers stored in the Test class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641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565C46-6401-4667-8DAB-2C68F655B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824" y="-1"/>
            <a:ext cx="3297176" cy="2278049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47099" y="87465"/>
            <a:ext cx="8448261" cy="2822712"/>
          </a:xfrm>
          <a:prstGeom prst="wedgeRoundRectCallout">
            <a:avLst>
              <a:gd name="adj1" fmla="val 66012"/>
              <a:gd name="adj2" fmla="val -454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 first the idea of placing a correct answer in each question class has great appeal.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Comparing a response/correct answer is convenient since they are in the same class.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However, what if you just want a survey program?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Now code for test must be included even though it’s not used.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This violates our principles of design.</a:t>
            </a:r>
          </a:p>
        </p:txBody>
      </p:sp>
      <p:sp>
        <p:nvSpPr>
          <p:cNvPr id="7" name="Rectangle: Rounded Corners 6">
            <a:hlinkClick r:id="rId5" action="ppaction://hlinksldjump"/>
            <a:extLst>
              <a:ext uri="{FF2B5EF4-FFF2-40B4-BE49-F238E27FC236}">
                <a16:creationId xmlns:a16="http://schemas.microsoft.com/office/drawing/2014/main" id="{D5C4D414-7596-4725-BD30-A6EB989D9892}"/>
              </a:ext>
            </a:extLst>
          </p:cNvPr>
          <p:cNvSpPr/>
          <p:nvPr/>
        </p:nvSpPr>
        <p:spPr>
          <a:xfrm>
            <a:off x="6237798" y="5392972"/>
            <a:ext cx="5748793" cy="78717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to the previous choice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22B437-40D2-4D66-A1A5-B35E887D9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782" y="3300655"/>
            <a:ext cx="5748793" cy="33327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4335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E4A920-77CA-4802-A4C6-01F7BB7EEB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750" y="0"/>
            <a:ext cx="2595249" cy="1963972"/>
          </a:xfrm>
          <a:prstGeom prst="rect">
            <a:avLst/>
          </a:prstGeom>
        </p:spPr>
      </p:pic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404EB59E-D4AB-48DA-80FF-BEEA8682F59E}"/>
              </a:ext>
            </a:extLst>
          </p:cNvPr>
          <p:cNvSpPr/>
          <p:nvPr/>
        </p:nvSpPr>
        <p:spPr>
          <a:xfrm>
            <a:off x="147099" y="87465"/>
            <a:ext cx="8448261" cy="2822712"/>
          </a:xfrm>
          <a:prstGeom prst="wedgeRoundRectCallout">
            <a:avLst>
              <a:gd name="adj1" fmla="val 66012"/>
              <a:gd name="adj2" fmla="val -4541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While including the correct answers with the Test class may not seem appropriate, it is more appropriate because correct answers should never be included in a survey program.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97560-780E-4C26-B133-6FC7B205EEEE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SE 310 - Software Design - Drexel University</a:t>
            </a:r>
          </a:p>
        </p:txBody>
      </p:sp>
      <p:pic>
        <p:nvPicPr>
          <p:cNvPr id="6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3869CC7-574E-43F9-AC55-AFE5B2FA4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46" y="3162993"/>
            <a:ext cx="2801907" cy="3429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1312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C8D104C9-F40B-44CD-BE13-0FC88219041D}"/>
  <p:tag name="ISPRING_RESOURCE_FOLDER" val="C:\Users\Owner\Documents\Drexel\CS350\ACR\CS 350 – Practice Design - AlarmClockRadio\"/>
  <p:tag name="ISPRING_PRESENTATION_PATH" val="C:\Users\Owner\Documents\Drexel\CS350\ACR\CS 350 – Practice Design - AlarmClockRadio.pptx"/>
  <p:tag name="ISPRING_PROJECT_VERSION" val="9"/>
  <p:tag name="ISPRING_PROJECT_FOLDER_UPDATED" val="1"/>
  <p:tag name="ISPRING_SCREEN_RECS_UPDATED" val="C:\Users\Owner\Documents\Drexel\CS350\ACR\CS 350 – Practice Design - AlarmClockRadio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SCENARIO_PROPERTIES" val="&lt;ScenarioProperties&gt;&lt;passAction&gt;&lt;action&gt;3&lt;/action&gt;&lt;/passAction&gt;&lt;failAction&gt;&lt;action&gt;3&lt;/action&gt;&lt;/failAction&gt;&lt;viewSlidesPolicy&gt;0&lt;/viewSlidesPolicy&gt;&lt;allowInterrupt&gt;1&lt;/allowInterrupt&gt;&lt;/ScenarioProperties&gt;&#10;"/>
  <p:tag name="ISPRING_SCENARIO_FULL_PATH" val="C:\Users\Owner\Documents\Drexel\CS350\ACR\CS 350 – Practice Design - AlarmClockRadio\scenarios\scenario1.scenario"/>
  <p:tag name="ISPRING_SCENARIO_RELATIVE_PATH" val="CS 350 – Practice Design - AlarmClockRadio\scenarios\scenario1.scenario"/>
</p:tagLst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373</TotalTime>
  <Words>169</Words>
  <Application>Microsoft Macintosh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Corbel</vt:lpstr>
      <vt:lpstr>Depth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350 – Practice Design</dc:title>
  <dc:creator>Jeff Salvage</dc:creator>
  <cp:lastModifiedBy>Medlock,Adelaida</cp:lastModifiedBy>
  <cp:revision>29</cp:revision>
  <dcterms:created xsi:type="dcterms:W3CDTF">2018-08-04T13:14:09Z</dcterms:created>
  <dcterms:modified xsi:type="dcterms:W3CDTF">2025-07-09T17:24:27Z</dcterms:modified>
</cp:coreProperties>
</file>