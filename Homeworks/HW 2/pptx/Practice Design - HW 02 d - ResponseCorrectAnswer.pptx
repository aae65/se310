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 Salvage" initials="JS" lastIdx="1" clrIdx="0">
    <p:extLst>
      <p:ext uri="{19B8F6BF-5375-455C-9EA6-DF929625EA0E}">
        <p15:presenceInfo xmlns:p15="http://schemas.microsoft.com/office/powerpoint/2012/main" userId="900c752a893cf5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98" autoAdjust="0"/>
    <p:restoredTop sz="94660"/>
  </p:normalViewPr>
  <p:slideViewPr>
    <p:cSldViewPr snapToGrid="0">
      <p:cViewPr varScale="1">
        <p:scale>
          <a:sx n="83" d="100"/>
          <a:sy n="83" d="100"/>
        </p:scale>
        <p:origin x="20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A3F09-8398-4B0E-AA13-E63AE27247FE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54C30-F989-4FEC-B6CA-43B070CD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61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11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88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17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9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9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8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4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8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5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2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3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4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0147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10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80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9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11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slide" Target="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slide" Target="slide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slide" Target="slide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6ADF3AE-6DE8-4E98-984E-A99892100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435627"/>
              </p:ext>
            </p:extLst>
          </p:nvPr>
        </p:nvGraphicFramePr>
        <p:xfrm>
          <a:off x="10078278" y="0"/>
          <a:ext cx="2113722" cy="2417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025120" imgH="9142560" progId="">
                  <p:embed/>
                </p:oleObj>
              </mc:Choice>
              <mc:Fallback>
                <p:oleObj r:id="rId4" imgW="8025120" imgH="91425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078278" y="0"/>
                        <a:ext cx="2113722" cy="2417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514723" y="548640"/>
            <a:ext cx="6376947" cy="2039510"/>
          </a:xfrm>
          <a:prstGeom prst="wedgeRoundRectCallout">
            <a:avLst>
              <a:gd name="adj1" fmla="val 88705"/>
              <a:gd name="adj2" fmla="val -603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Surveys and Tests have questions.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Only Tests have correct answers.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Should you have a single class for both correct answers and responses or have separate classes?</a:t>
            </a:r>
          </a:p>
        </p:txBody>
      </p:sp>
      <p:sp>
        <p:nvSpPr>
          <p:cNvPr id="7" name="Rectangle: Rounded Corners 6">
            <a:hlinkClick r:id="rId6" action="ppaction://hlinksldjump"/>
            <a:extLst>
              <a:ext uri="{FF2B5EF4-FFF2-40B4-BE49-F238E27FC236}">
                <a16:creationId xmlns:a16="http://schemas.microsoft.com/office/drawing/2014/main" id="{D5C4D414-7596-4725-BD30-A6EB989D9892}"/>
              </a:ext>
            </a:extLst>
          </p:cNvPr>
          <p:cNvSpPr/>
          <p:nvPr/>
        </p:nvSpPr>
        <p:spPr>
          <a:xfrm>
            <a:off x="2894274" y="3429000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class to handle both a response and correct answer</a:t>
            </a:r>
          </a:p>
        </p:txBody>
      </p:sp>
      <p:sp>
        <p:nvSpPr>
          <p:cNvPr id="13" name="Rectangle: Rounded Corners 12">
            <a:hlinkClick r:id="rId7" action="ppaction://hlinksldjump"/>
            <a:extLst>
              <a:ext uri="{FF2B5EF4-FFF2-40B4-BE49-F238E27FC236}">
                <a16:creationId xmlns:a16="http://schemas.microsoft.com/office/drawing/2014/main" id="{F108D398-0F05-4F68-B893-C937B97A1AB9}"/>
              </a:ext>
            </a:extLst>
          </p:cNvPr>
          <p:cNvSpPr/>
          <p:nvPr/>
        </p:nvSpPr>
        <p:spPr>
          <a:xfrm>
            <a:off x="2894273" y="4754218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Two classes, one for response and one for </a:t>
            </a:r>
            <a:r>
              <a:rPr lang="en-US"/>
              <a:t>correct answer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641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MR. miyagi">
            <a:extLst>
              <a:ext uri="{FF2B5EF4-FFF2-40B4-BE49-F238E27FC236}">
                <a16:creationId xmlns:a16="http://schemas.microsoft.com/office/drawing/2014/main" id="{8BF5BAF2-0613-40A8-BCEC-239D2D025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050" y="0"/>
            <a:ext cx="2130950" cy="213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266369" y="189040"/>
            <a:ext cx="6376947" cy="2764870"/>
          </a:xfrm>
          <a:prstGeom prst="wedgeRoundRectCallout">
            <a:avLst>
              <a:gd name="adj1" fmla="val 104727"/>
              <a:gd name="adj2" fmla="val -422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Having a single class to represent both a response and correct answer make sense.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They are each instances of the same data type.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When they are the same class they can be easily compared and should have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isequals</a:t>
            </a:r>
            <a:r>
              <a:rPr lang="en-US" dirty="0"/>
              <a:t> method to simplify grading.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46DAD9-BAFA-4BAD-A54C-BED1F3217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63" y="3688329"/>
            <a:ext cx="4410075" cy="19621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60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266369" y="189040"/>
            <a:ext cx="6376947" cy="2764870"/>
          </a:xfrm>
          <a:prstGeom prst="wedgeRoundRectCallout">
            <a:avLst>
              <a:gd name="adj1" fmla="val 104727"/>
              <a:gd name="adj2" fmla="val -422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Separating the Response and </a:t>
            </a:r>
            <a:r>
              <a:rPr lang="en-US" dirty="0" err="1"/>
              <a:t>CorrectAnswer</a:t>
            </a:r>
            <a:r>
              <a:rPr lang="en-US" dirty="0"/>
              <a:t> into two classes sounds like a good idea, but a response and a correct answer are really different instances of the same class, not different classes.</a:t>
            </a:r>
          </a:p>
          <a:p>
            <a:pPr algn="ctr"/>
            <a:r>
              <a:rPr lang="en-US" dirty="0"/>
              <a:t>When two integer variables are needed, you don’t think to create different classes, instead two instances of an integer class are instantiated.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40211-4D1A-4853-A769-39A5FB09E4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38" y="3516422"/>
            <a:ext cx="7019925" cy="1781175"/>
          </a:xfrm>
          <a:prstGeom prst="rect">
            <a:avLst/>
          </a:prstGeom>
        </p:spPr>
      </p:pic>
      <p:sp>
        <p:nvSpPr>
          <p:cNvPr id="7" name="Rectangle: Rounded Corners 6">
            <a:hlinkClick r:id="rId5" action="ppaction://hlinksldjump"/>
            <a:extLst>
              <a:ext uri="{FF2B5EF4-FFF2-40B4-BE49-F238E27FC236}">
                <a16:creationId xmlns:a16="http://schemas.microsoft.com/office/drawing/2014/main" id="{28FB6052-2462-4F7C-ACB7-0B8068CAE972}"/>
              </a:ext>
            </a:extLst>
          </p:cNvPr>
          <p:cNvSpPr/>
          <p:nvPr/>
        </p:nvSpPr>
        <p:spPr>
          <a:xfrm>
            <a:off x="6130454" y="5577178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to the previous question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737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C8D104C9-F40B-44CD-BE13-0FC88219041D}"/>
  <p:tag name="ISPRING_RESOURCE_FOLDER" val="C:\Users\Owner\Documents\Drexel\CS350\ACR\CS 350 – Practice Design - AlarmClockRadio\"/>
  <p:tag name="ISPRING_PRESENTATION_PATH" val="C:\Users\Owner\Documents\Drexel\CS350\ACR\CS 350 – Practice Design - AlarmClockRadio.pptx"/>
  <p:tag name="ISPRING_PROJECT_VERSION" val="9"/>
  <p:tag name="ISPRING_PROJECT_FOLDER_UPDATED" val="1"/>
  <p:tag name="ISPRING_SCREEN_RECS_UPDATED" val="C:\Users\Owner\Documents\Drexel\CS350\ACR\CS 350 – Practice Design - AlarmClockRadio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441</TotalTime>
  <Words>187</Words>
  <Application>Microsoft Macintosh PowerPoint</Application>
  <PresentationFormat>Widescreen</PresentationFormat>
  <Paragraphs>21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Corbel</vt:lpstr>
      <vt:lpstr>Courier New</vt:lpstr>
      <vt:lpstr>Depth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350 – Practice Design</dc:title>
  <dc:creator>Jeff Salvage</dc:creator>
  <cp:lastModifiedBy>Medlock,Adelaida</cp:lastModifiedBy>
  <cp:revision>36</cp:revision>
  <dcterms:created xsi:type="dcterms:W3CDTF">2018-08-04T13:14:09Z</dcterms:created>
  <dcterms:modified xsi:type="dcterms:W3CDTF">2025-07-09T17:23:12Z</dcterms:modified>
</cp:coreProperties>
</file>